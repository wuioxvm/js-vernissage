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7E091-1EFD-5357-E9E5-43D5B5329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ACBC0-AE58-01A0-AEF5-5A246BC77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8125-B995-1EF5-803B-FC33DAAA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E8FF-9B22-8AC8-8976-F207C5FF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2F53-F95F-5D86-68EF-CA94D4DF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078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3175-11CC-D880-C8B4-9EFA282A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7A11-4C5C-314D-9289-E53D89CE1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AA08-1D18-78C4-2E6B-3C8654B2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F0C10-9884-6E20-CF9F-E693294F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D626C-2460-D6F6-9482-F2131A40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226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BCA4-2CE7-D433-D307-263C2DC2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A8B66-442E-D68E-D100-342588F64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AAB7E-BD17-D646-9E53-22AA580C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35AC6-3D6E-3058-C6C7-E53701AE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2164-FD6B-F44C-FAEB-3A1018EB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940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531A-0C72-7D48-0372-27947948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96A00-B17C-40E9-CC5D-614486D88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3A6F8-B50F-3F00-DA8A-F1D1015CB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FC34-5FC5-CA08-8CA1-AA9979FB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124B9-7EB6-79BB-A9C0-C7CB373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0E7EA-7843-ECC5-3904-6D7DFD86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22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E923-9EC8-7C59-34A6-D3B71272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F4CD5-06E8-5F9F-1E61-A3D78E165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3E12B-B3E6-23BD-16F4-3DCE756C6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D5525-643E-1D85-F773-CC04A07C9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AE329-4806-972E-B1BC-8359EEA8D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9AD43-D34C-567A-EF40-3ACE7A86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FB7FD-BB2E-D10F-BDAB-AE97EC63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7769D-017E-ECD0-A83B-C61CF2F0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295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3495-6A42-0ECD-8525-AAA45270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CD281-D978-0ED3-80B6-33D53248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E1215-0556-AF10-AA7C-22F44234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00E5D-E40B-C275-A880-517986D8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53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63694-69E7-E644-8490-A1C6D962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02D5F-D2B2-B977-B1B0-A73BEC9F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F3263-6B4A-301A-A60E-85F3105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103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D639-2135-5BBC-911A-D1386D8B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7A51-095F-B7E0-1AA4-844651FAE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B25C1-DF45-C78A-2847-CF061F5C3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8B1E4-849A-E93F-FF2C-5A277E9E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ABA26-4BA6-F6F9-8105-F8BE367C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054AC-1FA5-6775-9CDD-3B85B52F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240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8FB0-5732-8A63-0069-E2049314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7D353-84B8-5366-0BFC-D854E3F0F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DE58A-C893-5093-8443-21A435F5E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5CD82-1296-5B1E-AB44-3F8CC32CD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1D7F9-220F-1186-EA54-538094AF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951D1-40A7-26FA-324D-5ED70CA7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555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D651-70A3-A5A5-B5A1-7D74549E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C90DD-29C7-0958-FEDA-6B8D19A6C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FF87A-5C8B-1B19-3345-5FC91C9A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626CB-C7AE-A9F3-D3F0-CEA4FBFB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6350C-DEE8-D154-7549-3E820EB9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975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C84C8-F0FC-A019-F7C3-3B0969B10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E42FB-57FF-799F-6627-6CB2EA18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098B0-B1B5-AD59-4B32-5BFC61D8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A6F85-D3F6-240C-A021-0F3FD7CB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0822D-3FF0-FC7A-CB48-ED53D7B3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5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8BDBD-F0A0-5AA9-E7F5-A8EFC19B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77AEB-A792-F1E5-9503-C6CF7620C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FA28-3FFF-D76D-28BD-475478C9B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17835-13F3-431C-8E2B-866776D5553D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0AEBE-C763-3D97-A23B-777965A41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E5BF-C916-5595-FF36-3839F73D2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032BA-AB2D-4750-86D6-C6A7C7E919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617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0FAB42-B78A-CB43-D87C-703D90C90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803" y="1444853"/>
            <a:ext cx="7617238" cy="423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9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Li Ladd</dc:creator>
  <cp:lastModifiedBy>J Li Ladd</cp:lastModifiedBy>
  <cp:revision>1</cp:revision>
  <dcterms:created xsi:type="dcterms:W3CDTF">2025-11-15T08:22:27Z</dcterms:created>
  <dcterms:modified xsi:type="dcterms:W3CDTF">2025-11-15T12:13:24Z</dcterms:modified>
</cp:coreProperties>
</file>